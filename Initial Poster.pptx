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5C73-0A02-CDF1-11A2-77EA7607E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2334E-F094-A1CB-CB67-E4F2AACAF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08679-C0C3-D347-7EC3-B2E5CBD0B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CA2F-90FC-4EEA-8D10-112E176CB7B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41712-98E5-86E1-BAE3-A7927DABD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9856E-536E-2244-A534-D1C7910D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EBA0-8D80-4A30-AD69-B1D165A509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311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2372-2D82-AD84-0FFE-004F1B9D9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B1A00-8F74-FC4E-6D3D-7531A7D0D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41F2-42AE-5989-161D-1AF749C53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CA2F-90FC-4EEA-8D10-112E176CB7B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0C42D-6733-2D38-4D18-0B577051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6FA0F-71A9-C959-AEDF-16DE4B3E3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EBA0-8D80-4A30-AD69-B1D165A509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880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006AD-3FCA-ECE9-153A-29C537B79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18AAD-E7C1-9FCD-E4CC-5E15F1EEA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D746D-6983-E24E-D6C5-F4A1A7186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CA2F-90FC-4EEA-8D10-112E176CB7B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825F5-71F4-7F69-C14C-B02A8745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B0BCF-5A36-7EFD-010E-0F2ACFAB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EBA0-8D80-4A30-AD69-B1D165A509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4239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D7F0-5972-0EF9-C3F9-71D33F405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EF9FE-C122-1090-E26B-5588546BF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276657-B52A-56A1-D184-18170451A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FAF18-016E-939A-83D5-CD43F0288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CA2F-90FC-4EEA-8D10-112E176CB7B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FC55E-1F2C-ACA8-7A96-E06F29B7A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54FB3-D5DA-2498-2275-65CBD12B0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EBA0-8D80-4A30-AD69-B1D165A509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07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B874F-E407-BA56-F3C6-F042C7998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CC726-9198-7F55-5A37-3D191CFC3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8B52C-06DD-AA95-C038-09C9BCBAD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FE220F-75F7-A5B2-A779-76494D1DA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C2759-5F24-2F68-4ACB-965A88B00B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F6D188-251C-909F-1D8D-1D9F4BCAC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CA2F-90FC-4EEA-8D10-112E176CB7B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4A2B11-F29E-3189-858F-5534721CE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DCB727-359A-9568-EDFB-36B9385C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EBA0-8D80-4A30-AD69-B1D165A509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02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FE70-728B-F4EA-FE42-2C5CED4D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AB4A8-155A-4272-0EB0-800EFC9F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CA2F-90FC-4EEA-8D10-112E176CB7B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7D9AB-EFE5-765A-C1AF-0B426796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1C7357-C73D-4AF4-2535-690307F7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EBA0-8D80-4A30-AD69-B1D165A509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19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0BC52A-3773-BDEA-EA1F-9DA5FD51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CA2F-90FC-4EEA-8D10-112E176CB7B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907ECC-5B8D-B15A-6137-BE0999FCC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946B1-DF83-CBBF-DC16-B7A849CB9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EBA0-8D80-4A30-AD69-B1D165A509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31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60DC-9F01-ADCF-EDD4-FDD59E4F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40F27-1DA8-B971-31FC-A433E9FF2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8B235-127F-200A-D8AE-A02C9ED70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D3734-A8B2-B37D-39A5-63A48DDEF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CA2F-90FC-4EEA-8D10-112E176CB7B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C4C1A-7090-B693-2C9C-269AEB90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0FDD0-4041-62DE-4080-8CE8219F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EBA0-8D80-4A30-AD69-B1D165A509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599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8403-431F-8867-6DF5-74C9451A2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C8264E-4EBC-D283-6AAC-6C7D05548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14BAC-7262-62DA-7FEF-3F578A9C5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D0BA5-C85D-5626-61F5-62CF01028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CA2F-90FC-4EEA-8D10-112E176CB7B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61EF8-2B93-5A3D-0E40-9ADEDBBF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6AF1A-340B-9956-AE54-6DAD24D8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EBA0-8D80-4A30-AD69-B1D165A509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521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450C8-44FB-2761-5073-D8C19D18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EC4BBA-84C2-54A3-EAE6-16BB68F09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4F039-AD3D-FFAA-7398-509B799E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CA2F-90FC-4EEA-8D10-112E176CB7B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610CA-7114-4600-A420-9BDC6FE6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D320E-464F-5C1E-F520-F3F1142A4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EBA0-8D80-4A30-AD69-B1D165A509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969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7C572-0C23-517F-BE6D-FE313F844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EAF07-EBEE-D23B-73C0-21D01A452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16351-776F-B7B8-AF53-975AA0A91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CA2F-90FC-4EEA-8D10-112E176CB7B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E194B-12E6-88A2-1E9A-F0AA7B886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5338F-6B7B-D6BB-0887-DC602A30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EBA0-8D80-4A30-AD69-B1D165A509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25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5675F5-BD0A-4AB4-3827-A79139025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3497A-C841-5BE3-31B4-28BA4B2BC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C2A2E-7787-933D-B2F1-C8B6402C9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4CA2F-90FC-4EEA-8D10-112E176CB7B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760BE-96A3-9949-8C6E-098D182A9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0646E-5E1A-F6D1-B2B0-1A84DCFD2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1EBA0-8D80-4A30-AD69-B1D165A509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2000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hyperlink" Target="mailto:theo.butler@students.plymouth.ac.u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449D4F-EF1A-D8D4-A676-9184E0B09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552" y="814495"/>
            <a:ext cx="6143628" cy="34457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34E471-50FF-12D0-1F9B-333863FBB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250" y="814495"/>
            <a:ext cx="6116250" cy="34457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C1F5ED4-B8F2-289A-E38F-F84B87FC4212}"/>
              </a:ext>
            </a:extLst>
          </p:cNvPr>
          <p:cNvSpPr/>
          <p:nvPr/>
        </p:nvSpPr>
        <p:spPr>
          <a:xfrm>
            <a:off x="0" y="6053946"/>
            <a:ext cx="12192000" cy="80405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D5928-77D3-F645-F797-B03AA430736D}"/>
              </a:ext>
            </a:extLst>
          </p:cNvPr>
          <p:cNvSpPr txBox="1"/>
          <p:nvPr/>
        </p:nvSpPr>
        <p:spPr>
          <a:xfrm>
            <a:off x="0" y="6053946"/>
            <a:ext cx="5797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Theo Butler</a:t>
            </a:r>
          </a:p>
          <a:p>
            <a:r>
              <a:rPr lang="en-GB" sz="1200" dirty="0">
                <a:solidFill>
                  <a:srgbClr val="46788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GB" sz="12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heo.butler@students.plymouth.ac.uk</a:t>
            </a:r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BSc (Hons) Computer Science (Game Development)</a:t>
            </a:r>
          </a:p>
        </p:txBody>
      </p:sp>
      <p:pic>
        <p:nvPicPr>
          <p:cNvPr id="1034" name="Picture 10" descr="Made with Unity Logo – Design Tagebuch">
            <a:extLst>
              <a:ext uri="{FF2B5EF4-FFF2-40B4-BE49-F238E27FC236}">
                <a16:creationId xmlns:a16="http://schemas.microsoft.com/office/drawing/2014/main" id="{456F1495-0353-D827-BAAF-0C5FFEE97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83" r="906" b="29431"/>
          <a:stretch>
            <a:fillRect/>
          </a:stretch>
        </p:blipFill>
        <p:spPr bwMode="auto">
          <a:xfrm>
            <a:off x="10168129" y="6053946"/>
            <a:ext cx="2023872" cy="804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4017A2-CC29-2F4B-33EE-E6761396561C}"/>
              </a:ext>
            </a:extLst>
          </p:cNvPr>
          <p:cNvSpPr/>
          <p:nvPr/>
        </p:nvSpPr>
        <p:spPr>
          <a:xfrm>
            <a:off x="0" y="0"/>
            <a:ext cx="12192000" cy="80405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308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Theo Butler</dc:creator>
  <cp:lastModifiedBy>(s) Theo Butler</cp:lastModifiedBy>
  <cp:revision>1</cp:revision>
  <dcterms:created xsi:type="dcterms:W3CDTF">2026-03-15T13:20:49Z</dcterms:created>
  <dcterms:modified xsi:type="dcterms:W3CDTF">2026-03-15T14:05:08Z</dcterms:modified>
</cp:coreProperties>
</file>