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30276800" cy="2138362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99CCF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34" d="100"/>
          <a:sy n="34" d="100"/>
        </p:scale>
        <p:origin x="165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760" y="3499590"/>
            <a:ext cx="25735280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600" y="11231355"/>
            <a:ext cx="2270760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423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7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762" y="5331063"/>
            <a:ext cx="26113740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762" y="14310205"/>
            <a:ext cx="26113740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77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530" y="5692400"/>
            <a:ext cx="12867640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7630" y="5692400"/>
            <a:ext cx="12867640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28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74" y="1138485"/>
            <a:ext cx="26113740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477" y="5241960"/>
            <a:ext cx="12808504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477" y="7810963"/>
            <a:ext cx="12808504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7631" y="5241960"/>
            <a:ext cx="12871584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7631" y="7810963"/>
            <a:ext cx="12871584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480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2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55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74" y="1425575"/>
            <a:ext cx="9765056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1584" y="3078850"/>
            <a:ext cx="15327630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474" y="6415088"/>
            <a:ext cx="9765056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01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474" y="1425575"/>
            <a:ext cx="9765056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1584" y="3078850"/>
            <a:ext cx="15327630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474" y="6415088"/>
            <a:ext cx="9765056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4656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63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6837" y="1138480"/>
            <a:ext cx="6528435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532" y="1138480"/>
            <a:ext cx="19206845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39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530" y="1138485"/>
            <a:ext cx="26113740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30" y="5692400"/>
            <a:ext cx="26113740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530" y="19819457"/>
            <a:ext cx="6812280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5B7BDB-520F-4E27-AC60-4BD6A91260EF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9190" y="19819457"/>
            <a:ext cx="10218420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2990" y="19819457"/>
            <a:ext cx="6812280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FEC09C-91A1-42B8-807E-20D2EA347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774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eo.butler@students.plymouth.ac.uk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4k PC Music Wallpapers - Wallpaper Cave">
            <a:extLst>
              <a:ext uri="{FF2B5EF4-FFF2-40B4-BE49-F238E27FC236}">
                <a16:creationId xmlns:a16="http://schemas.microsoft.com/office/drawing/2014/main" id="{1CAF2EB0-0AB4-09F6-550F-EE54E70B6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4" r="4043" b="1123"/>
          <a:stretch>
            <a:fillRect/>
          </a:stretch>
        </p:blipFill>
        <p:spPr bwMode="auto">
          <a:xfrm>
            <a:off x="-137098" y="-348118"/>
            <a:ext cx="30550996" cy="2114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3B703B6-6224-6488-3926-8E0745B0750C}"/>
              </a:ext>
            </a:extLst>
          </p:cNvPr>
          <p:cNvSpPr/>
          <p:nvPr/>
        </p:nvSpPr>
        <p:spPr>
          <a:xfrm>
            <a:off x="-137098" y="18723429"/>
            <a:ext cx="30413898" cy="266019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8086DE-98CB-A085-2D72-3A416F1D893C}"/>
              </a:ext>
            </a:extLst>
          </p:cNvPr>
          <p:cNvSpPr txBox="1"/>
          <p:nvPr/>
        </p:nvSpPr>
        <p:spPr>
          <a:xfrm>
            <a:off x="-1" y="18882352"/>
            <a:ext cx="143966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</a:rPr>
              <a:t>Theo Butler</a:t>
            </a:r>
          </a:p>
          <a:p>
            <a:r>
              <a:rPr lang="en-GB" sz="4400" dirty="0">
                <a:solidFill>
                  <a:srgbClr val="46788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lang="en-GB" sz="4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heo.butler@students.plymouth.ac.uk</a:t>
            </a:r>
            <a:endParaRPr lang="en-GB" sz="4400" dirty="0">
              <a:solidFill>
                <a:schemeClr val="bg1"/>
              </a:solidFill>
            </a:endParaRPr>
          </a:p>
          <a:p>
            <a:r>
              <a:rPr lang="en-GB" sz="4400" dirty="0">
                <a:solidFill>
                  <a:schemeClr val="bg1"/>
                </a:solidFill>
              </a:rPr>
              <a:t>BSc (Hons) Computer Science (Game Development)</a:t>
            </a:r>
          </a:p>
        </p:txBody>
      </p:sp>
      <p:pic>
        <p:nvPicPr>
          <p:cNvPr id="10" name="Picture 10" descr="Made with Unity Logo – Design Tagebuch">
            <a:extLst>
              <a:ext uri="{FF2B5EF4-FFF2-40B4-BE49-F238E27FC236}">
                <a16:creationId xmlns:a16="http://schemas.microsoft.com/office/drawing/2014/main" id="{05A8081C-D97C-DA6D-1FF4-DD89EEC383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83" r="906" b="29431"/>
          <a:stretch>
            <a:fillRect/>
          </a:stretch>
        </p:blipFill>
        <p:spPr bwMode="auto">
          <a:xfrm>
            <a:off x="23708297" y="18723429"/>
            <a:ext cx="6705600" cy="2664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59D4A2-9F77-4A00-0466-F8FF6CFAB8CD}"/>
              </a:ext>
            </a:extLst>
          </p:cNvPr>
          <p:cNvSpPr/>
          <p:nvPr/>
        </p:nvSpPr>
        <p:spPr>
          <a:xfrm>
            <a:off x="188687" y="2653736"/>
            <a:ext cx="19094948" cy="1306784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65BF1C-45BA-B317-6053-FE4E60EEF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536" y="4563610"/>
            <a:ext cx="8554644" cy="4829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75FC90-B4B8-CD45-DC80-3A9F6D6BD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965" y="4523636"/>
            <a:ext cx="8790593" cy="490979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12E1FD-3310-B74A-634E-688A730320A8}"/>
              </a:ext>
            </a:extLst>
          </p:cNvPr>
          <p:cNvSpPr/>
          <p:nvPr/>
        </p:nvSpPr>
        <p:spPr>
          <a:xfrm>
            <a:off x="20276465" y="2405746"/>
            <a:ext cx="10000335" cy="13071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46C8D-CE48-42F4-5334-06132E1650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02626" y="4483662"/>
            <a:ext cx="8748012" cy="49097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BCF822-B93B-6AFC-9E65-3D6F940879B1}"/>
              </a:ext>
            </a:extLst>
          </p:cNvPr>
          <p:cNvSpPr txBox="1"/>
          <p:nvPr/>
        </p:nvSpPr>
        <p:spPr>
          <a:xfrm>
            <a:off x="4978467" y="3014701"/>
            <a:ext cx="91154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dirty="0">
                <a:solidFill>
                  <a:schemeClr val="bg1"/>
                </a:solidFill>
                <a:latin typeface="Baloo" panose="03080902040302020200" pitchFamily="66" charset="0"/>
                <a:cs typeface="Baloo" panose="03080902040302020200" pitchFamily="66" charset="0"/>
              </a:rPr>
              <a:t>Gameplay</a:t>
            </a:r>
            <a:endParaRPr lang="en-GB" sz="6600" dirty="0">
              <a:solidFill>
                <a:schemeClr val="bg1"/>
              </a:solidFill>
              <a:latin typeface="Baloo" panose="03080902040302020200" pitchFamily="66" charset="0"/>
              <a:cs typeface="Baloo" panose="03080902040302020200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EC65D6-8917-CA74-42D1-853E350F20EE}"/>
              </a:ext>
            </a:extLst>
          </p:cNvPr>
          <p:cNvSpPr txBox="1"/>
          <p:nvPr/>
        </p:nvSpPr>
        <p:spPr>
          <a:xfrm>
            <a:off x="20718919" y="3014701"/>
            <a:ext cx="91154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dirty="0">
                <a:solidFill>
                  <a:schemeClr val="bg1"/>
                </a:solidFill>
                <a:latin typeface="Baloo" panose="03080902040302020200" pitchFamily="66" charset="0"/>
                <a:cs typeface="Baloo" panose="03080902040302020200" pitchFamily="66" charset="0"/>
              </a:rPr>
              <a:t>Level Editor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7EA842-0A44-1777-C3B7-B06B47B2D15A}"/>
              </a:ext>
            </a:extLst>
          </p:cNvPr>
          <p:cNvSpPr/>
          <p:nvPr/>
        </p:nvSpPr>
        <p:spPr>
          <a:xfrm>
            <a:off x="9042183" y="66296"/>
            <a:ext cx="12192433" cy="20895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C3163E-EF0F-0C83-A7BC-9EE7B6F182AA}"/>
              </a:ext>
            </a:extLst>
          </p:cNvPr>
          <p:cNvSpPr txBox="1"/>
          <p:nvPr/>
        </p:nvSpPr>
        <p:spPr>
          <a:xfrm>
            <a:off x="9350894" y="-46635"/>
            <a:ext cx="11437914" cy="26468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600" dirty="0">
                <a:solidFill>
                  <a:schemeClr val="bg1"/>
                </a:solidFill>
                <a:latin typeface="Baloo" panose="03080902040302020200" pitchFamily="66" charset="0"/>
                <a:cs typeface="Baloo" panose="03080902040302020200" pitchFamily="66" charset="0"/>
              </a:rPr>
              <a:t>Rhythmix</a:t>
            </a:r>
            <a:endParaRPr lang="en-GB" sz="11500" dirty="0">
              <a:solidFill>
                <a:schemeClr val="bg1"/>
              </a:solidFill>
              <a:latin typeface="Baloo" panose="03080902040302020200" pitchFamily="66" charset="0"/>
              <a:cs typeface="Baloo" panose="03080902040302020200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CD3362-443D-9CAE-DC61-1BBA58D091AB}"/>
              </a:ext>
            </a:extLst>
          </p:cNvPr>
          <p:cNvSpPr txBox="1"/>
          <p:nvPr/>
        </p:nvSpPr>
        <p:spPr>
          <a:xfrm>
            <a:off x="981536" y="9433432"/>
            <a:ext cx="1767102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Baloo" panose="03080902040302020200" pitchFamily="66" charset="0"/>
                <a:cs typeface="Baloo" panose="03080902040302020200" pitchFamily="66" charset="0"/>
              </a:rPr>
              <a:t>The gameplay has two notes. One where players tap the button and another where they must hold and release the button.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Baloo" panose="03080902040302020200" pitchFamily="66" charset="0"/>
                <a:cs typeface="Baloo" panose="03080902040302020200" pitchFamily="66" charset="0"/>
              </a:rPr>
              <a:t>Failure to hit enough notes will cause you to fail the level.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Baloo" panose="03080902040302020200" pitchFamily="66" charset="0"/>
                <a:cs typeface="Baloo" panose="03080902040302020200" pitchFamily="66" charset="0"/>
              </a:rPr>
              <a:t>Compete against other players on the same map to get a higher score.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D120F0-A0CF-6BD8-3011-11137848A87D}"/>
              </a:ext>
            </a:extLst>
          </p:cNvPr>
          <p:cNvSpPr txBox="1"/>
          <p:nvPr/>
        </p:nvSpPr>
        <p:spPr>
          <a:xfrm>
            <a:off x="20902626" y="9479598"/>
            <a:ext cx="89317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Baloo" panose="03080902040302020200" pitchFamily="66" charset="0"/>
                <a:cs typeface="Baloo" panose="03080902040302020200" pitchFamily="66" charset="0"/>
              </a:rPr>
              <a:t>Here you can create you own levels to play by using your own music.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Baloo" panose="03080902040302020200" pitchFamily="66" charset="0"/>
                <a:cs typeface="Baloo" panose="03080902040302020200" pitchFamily="66" charset="0"/>
              </a:rPr>
              <a:t>You can set the beat division up to 4 notes per beat allowing for high difficulty gameplay.</a:t>
            </a:r>
          </a:p>
        </p:txBody>
      </p:sp>
    </p:spTree>
    <p:extLst>
      <p:ext uri="{BB962C8B-B14F-4D97-AF65-F5344CB8AC3E}">
        <p14:creationId xmlns:p14="http://schemas.microsoft.com/office/powerpoint/2010/main" val="1071445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</TotalTime>
  <Words>110</Words>
  <Application>Microsoft Office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Baloo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Theo Butler</dc:creator>
  <cp:lastModifiedBy>(s) Theo Butler</cp:lastModifiedBy>
  <cp:revision>7</cp:revision>
  <dcterms:created xsi:type="dcterms:W3CDTF">2026-04-14T19:55:02Z</dcterms:created>
  <dcterms:modified xsi:type="dcterms:W3CDTF">2026-04-15T21:58:39Z</dcterms:modified>
</cp:coreProperties>
</file>